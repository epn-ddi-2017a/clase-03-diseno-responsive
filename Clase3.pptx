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7"/>
  </p:notesMasterIdLst>
  <p:sldIdLst>
    <p:sldId id="256" r:id="rId2"/>
    <p:sldId id="257" r:id="rId3"/>
    <p:sldId id="266" r:id="rId4"/>
    <p:sldId id="264" r:id="rId5"/>
    <p:sldId id="265" r:id="rId6"/>
    <p:sldId id="267" r:id="rId7"/>
    <p:sldId id="268" r:id="rId8"/>
    <p:sldId id="269" r:id="rId9"/>
    <p:sldId id="270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9"/>
    <p:restoredTop sz="94653"/>
  </p:normalViewPr>
  <p:slideViewPr>
    <p:cSldViewPr snapToGrid="0" snapToObjects="1">
      <p:cViewPr varScale="1">
        <p:scale>
          <a:sx n="119" d="100"/>
          <a:sy n="119" d="100"/>
        </p:scale>
        <p:origin x="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75D8D-8799-5542-983F-D35406F115F9}" type="datetimeFigureOut">
              <a:rPr lang="es-ES_tradnl" smtClean="0"/>
              <a:t>5/5/17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9A14C-E584-ED44-8868-6F6C14FC490B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1650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5/5/17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5/5/17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5/5/17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5/5/17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5/5/17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5/5/17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5/5/17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5/5/17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5/5/17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s/docs/CSS/Media_queries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necolas/normalize.css/blob/master/normalize.css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holderjs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fontawesome.io/" TargetMode="External"/><Relationship Id="rId4" Type="http://schemas.openxmlformats.org/officeDocument/2006/relationships/hyperlink" Target="https://www.fontsquirrel.com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onts.google.com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tif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tif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 smtClean="0"/>
              <a:t>Diseño </a:t>
            </a:r>
            <a:r>
              <a:rPr lang="es-ES_tradnl" dirty="0" err="1" smtClean="0"/>
              <a:t>Responsive</a:t>
            </a:r>
            <a:endParaRPr lang="es-ES_tradn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43372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 smtClean="0"/>
              <a:t>Responsive</a:t>
            </a:r>
            <a:endParaRPr lang="es-ES_tradn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2184365"/>
            <a:ext cx="7729727" cy="401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5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EJEMPLOS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 err="1"/>
              <a:t>a</a:t>
            </a:r>
            <a:r>
              <a:rPr lang="es-ES_tradnl" dirty="0" err="1" smtClean="0"/>
              <a:t>pple.com</a:t>
            </a:r>
            <a:endParaRPr lang="es-ES_tradnl" dirty="0" smtClean="0"/>
          </a:p>
          <a:p>
            <a:r>
              <a:rPr lang="es-ES_tradnl" dirty="0" err="1" smtClean="0"/>
              <a:t>gizmodo.com</a:t>
            </a:r>
            <a:endParaRPr lang="es-ES_tradnl" dirty="0" smtClean="0"/>
          </a:p>
          <a:p>
            <a:r>
              <a:rPr lang="es-ES_tradnl" dirty="0" err="1" smtClean="0"/>
              <a:t>epn.edu.ec</a:t>
            </a:r>
            <a:r>
              <a:rPr lang="es-ES_tradnl" dirty="0" smtClean="0"/>
              <a:t>?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092329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Propiedades CSS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urier New" charset="0"/>
                <a:ea typeface="Courier New" charset="0"/>
                <a:cs typeface="Courier New" charset="0"/>
              </a:rPr>
              <a:t>display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: flex; </a:t>
            </a:r>
          </a:p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flex-wrap: wrap;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546048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OVERFLOW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 err="1">
                <a:latin typeface="Courier New" charset="0"/>
                <a:ea typeface="Courier New" charset="0"/>
                <a:cs typeface="Courier New" charset="0"/>
              </a:rPr>
              <a:t>o</a:t>
            </a:r>
            <a:r>
              <a:rPr lang="es-ES_tradnl" dirty="0" err="1" smtClean="0">
                <a:latin typeface="Courier New" charset="0"/>
                <a:ea typeface="Courier New" charset="0"/>
                <a:cs typeface="Courier New" charset="0"/>
              </a:rPr>
              <a:t>verflow</a:t>
            </a:r>
            <a:r>
              <a:rPr lang="es-ES_tradnl" dirty="0" smtClean="0">
                <a:latin typeface="Courier New" charset="0"/>
                <a:ea typeface="Courier New" charset="0"/>
                <a:cs typeface="Courier New" charset="0"/>
              </a:rPr>
              <a:t>: ???</a:t>
            </a:r>
            <a:endParaRPr lang="es-ES_tradnl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67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Media </a:t>
            </a:r>
            <a:r>
              <a:rPr lang="es-ES_tradnl" dirty="0" err="1" smtClean="0"/>
              <a:t>Queries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1" y="2638044"/>
            <a:ext cx="10800677" cy="3101983"/>
          </a:xfrm>
        </p:spPr>
        <p:txBody>
          <a:bodyPr/>
          <a:lstStyle/>
          <a:p>
            <a:r>
              <a:rPr lang="es-ES_tradnl" dirty="0">
                <a:hlinkClick r:id="rId2"/>
              </a:rPr>
              <a:t>https://</a:t>
            </a:r>
            <a:r>
              <a:rPr lang="es-ES_tradnl" dirty="0" smtClean="0">
                <a:hlinkClick r:id="rId2"/>
              </a:rPr>
              <a:t>developer.mozilla.org/es/docs/CSS/Media_queries</a:t>
            </a:r>
            <a:endParaRPr lang="es-ES_tradnl" dirty="0" smtClean="0"/>
          </a:p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@media (min-width: 700px)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{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...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smtClean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@media (min-width: 700px) and (orientation: landscape)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{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...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smtClean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@media (min-width: </a:t>
            </a:r>
            <a:r>
              <a:rPr lang="en-US" dirty="0" smtClean="0">
                <a:latin typeface="Courier New" charset="0"/>
                <a:ea typeface="Courier New" charset="0"/>
                <a:cs typeface="Courier New" charset="0"/>
              </a:rPr>
              <a:t>768px)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and (</a:t>
            </a:r>
            <a:r>
              <a:rPr lang="en-US" dirty="0" smtClean="0">
                <a:latin typeface="Courier New" charset="0"/>
                <a:ea typeface="Courier New" charset="0"/>
                <a:cs typeface="Courier New" charset="0"/>
              </a:rPr>
              <a:t>max-width: 991px)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{ ...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} </a:t>
            </a:r>
            <a:r>
              <a:rPr lang="en-US" dirty="0"/>
              <a:t/>
            </a:r>
            <a:br>
              <a:rPr lang="en-US" dirty="0"/>
            </a:br>
            <a:endParaRPr lang="es-ES_tradnl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43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 smtClean="0"/>
              <a:t>Normalize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 smtClean="0"/>
              <a:t>Para asegurarse que el </a:t>
            </a:r>
            <a:r>
              <a:rPr lang="es-ES_tradnl" dirty="0" err="1" smtClean="0"/>
              <a:t>css</a:t>
            </a:r>
            <a:r>
              <a:rPr lang="es-ES_tradnl" dirty="0" smtClean="0"/>
              <a:t> se comporte de manera correcta en todos los navegadores.</a:t>
            </a:r>
          </a:p>
          <a:p>
            <a:r>
              <a:rPr lang="es-ES_tradnl" dirty="0" smtClean="0">
                <a:hlinkClick r:id="rId2"/>
              </a:rPr>
              <a:t>https</a:t>
            </a:r>
            <a:r>
              <a:rPr lang="es-ES_tradnl" dirty="0">
                <a:hlinkClick r:id="rId2"/>
              </a:rPr>
              <a:t>://</a:t>
            </a:r>
            <a:r>
              <a:rPr lang="es-ES_tradnl" dirty="0" smtClean="0">
                <a:hlinkClick r:id="rId2"/>
              </a:rPr>
              <a:t>github.com/necolas/normalize.css/blob/master/normalize.css</a:t>
            </a:r>
            <a:endParaRPr lang="es-ES_tradnl" dirty="0" smtClean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64479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 smtClean="0"/>
              <a:t>Placeholder</a:t>
            </a:r>
            <a:r>
              <a:rPr lang="es-ES_tradnl" dirty="0" smtClean="0"/>
              <a:t> para </a:t>
            </a:r>
            <a:r>
              <a:rPr lang="es-ES_tradnl" dirty="0" err="1" smtClean="0"/>
              <a:t>imagenes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>
                <a:hlinkClick r:id="rId2"/>
              </a:rPr>
              <a:t>http://holderjs.com</a:t>
            </a:r>
            <a:r>
              <a:rPr lang="es-ES_tradnl" dirty="0" smtClean="0">
                <a:hlinkClick r:id="rId2"/>
              </a:rPr>
              <a:t>/</a:t>
            </a:r>
            <a:endParaRPr lang="es-ES_tradnl" dirty="0" smtClean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504937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 smtClean="0"/>
              <a:t>Fonts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>
                <a:hlinkClick r:id="rId2"/>
              </a:rPr>
              <a:t>https://fonts.google.com</a:t>
            </a:r>
            <a:r>
              <a:rPr lang="es-ES_tradnl" dirty="0" smtClean="0">
                <a:hlinkClick r:id="rId2"/>
              </a:rPr>
              <a:t>/</a:t>
            </a:r>
            <a:endParaRPr lang="es-ES_tradnl" dirty="0" smtClean="0"/>
          </a:p>
          <a:p>
            <a:r>
              <a:rPr lang="es-ES_tradnl" dirty="0">
                <a:hlinkClick r:id="rId3"/>
              </a:rPr>
              <a:t>http://fontawesome.io</a:t>
            </a:r>
            <a:r>
              <a:rPr lang="es-ES_tradnl" dirty="0" smtClean="0">
                <a:hlinkClick r:id="rId3"/>
              </a:rPr>
              <a:t>/</a:t>
            </a:r>
            <a:endParaRPr lang="es-ES_tradnl" dirty="0" smtClean="0"/>
          </a:p>
          <a:p>
            <a:r>
              <a:rPr lang="es-ES_tradnl" dirty="0">
                <a:hlinkClick r:id="rId4"/>
              </a:rPr>
              <a:t>https://www.fontsquirrel.com</a:t>
            </a:r>
            <a:r>
              <a:rPr lang="es-ES_tradnl" dirty="0" smtClean="0">
                <a:hlinkClick r:id="rId4"/>
              </a:rPr>
              <a:t>/</a:t>
            </a:r>
            <a:endParaRPr lang="es-ES_tradnl" dirty="0" smtClean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68657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 smtClean="0"/>
              <a:t>Layout</a:t>
            </a:r>
            <a:endParaRPr lang="es-ES_tradn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2448" y="2153412"/>
            <a:ext cx="6547104" cy="491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18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 smtClean="0"/>
              <a:t>Layout</a:t>
            </a:r>
            <a:endParaRPr lang="es-ES_tradn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1321" y="2153412"/>
            <a:ext cx="5586438" cy="467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037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 smtClean="0"/>
              <a:t>Layout</a:t>
            </a:r>
            <a:endParaRPr lang="es-ES_tradn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0" r="51153" b="53405"/>
          <a:stretch/>
        </p:blipFill>
        <p:spPr>
          <a:xfrm>
            <a:off x="2231136" y="2185686"/>
            <a:ext cx="4598505" cy="47336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89290" y="2377440"/>
            <a:ext cx="4652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smtClean="0"/>
              <a:t>¿Cual sería la estructura del documento HTML?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785553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 smtClean="0"/>
              <a:t>Layout</a:t>
            </a:r>
            <a:endParaRPr lang="es-ES_tradn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1868" b="53803"/>
          <a:stretch/>
        </p:blipFill>
        <p:spPr>
          <a:xfrm>
            <a:off x="2231136" y="2186796"/>
            <a:ext cx="4492487" cy="46712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89290" y="2377440"/>
            <a:ext cx="4652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smtClean="0"/>
              <a:t>¿Cual sería la estructura del documento HTML?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42341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 smtClean="0"/>
              <a:t>Layout</a:t>
            </a:r>
            <a:endParaRPr lang="es-ES_tradn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9981" r="51368" b="4585"/>
          <a:stretch/>
        </p:blipFill>
        <p:spPr>
          <a:xfrm>
            <a:off x="2231136" y="2153413"/>
            <a:ext cx="4648366" cy="4704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89290" y="2377440"/>
            <a:ext cx="4652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smtClean="0"/>
              <a:t>¿Cual sería la estructura del documento HTML?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1194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 smtClean="0"/>
              <a:t>Layout</a:t>
            </a:r>
            <a:endParaRPr lang="es-ES_tradn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1653" t="49583" b="4579"/>
          <a:stretch/>
        </p:blipFill>
        <p:spPr>
          <a:xfrm>
            <a:off x="2231136" y="2153413"/>
            <a:ext cx="4580379" cy="47045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89290" y="2377440"/>
            <a:ext cx="4652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smtClean="0"/>
              <a:t>¿Cual sería la estructura del documento HTML?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9497676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49</TotalTime>
  <Words>144</Words>
  <Application>Microsoft Macintosh PowerPoint</Application>
  <PresentationFormat>Widescreen</PresentationFormat>
  <Paragraphs>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Courier New</vt:lpstr>
      <vt:lpstr>Gill Sans MT</vt:lpstr>
      <vt:lpstr>Arial</vt:lpstr>
      <vt:lpstr>Parcel</vt:lpstr>
      <vt:lpstr>Diseño Responsive</vt:lpstr>
      <vt:lpstr>Responsive</vt:lpstr>
      <vt:lpstr>EJEMPLOS</vt:lpstr>
      <vt:lpstr>Propiedades CSS</vt:lpstr>
      <vt:lpstr>OVERFLOW</vt:lpstr>
      <vt:lpstr>Media Queries</vt:lpstr>
      <vt:lpstr>Normalize</vt:lpstr>
      <vt:lpstr>Placeholder para imagenes</vt:lpstr>
      <vt:lpstr>Fonts</vt:lpstr>
      <vt:lpstr>Layout</vt:lpstr>
      <vt:lpstr>Layout</vt:lpstr>
      <vt:lpstr>Layout</vt:lpstr>
      <vt:lpstr>Layout</vt:lpstr>
      <vt:lpstr>Layout</vt:lpstr>
      <vt:lpstr>Layout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EDWIN GONZALO SALVADOR PESANTES</dc:creator>
  <cp:lastModifiedBy>EDWIN GONZALO SALVADOR PESANTES</cp:lastModifiedBy>
  <cp:revision>6</cp:revision>
  <dcterms:created xsi:type="dcterms:W3CDTF">2017-05-05T18:20:10Z</dcterms:created>
  <dcterms:modified xsi:type="dcterms:W3CDTF">2017-05-05T19:09:57Z</dcterms:modified>
</cp:coreProperties>
</file>